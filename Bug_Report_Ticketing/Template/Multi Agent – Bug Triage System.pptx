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CF9F9-3011-1A75-BBBF-87E376942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A8AE7A-4E4F-6467-99E0-43A75F788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17881-E7CF-D8E8-7FB4-15D00381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F922-8A04-4CA3-BE3B-F59080FDC44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AB22A-F091-4187-959F-62DF1656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6B28D-D863-0265-02B0-3749DC0B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4FBE-9F14-4BD2-867F-B422EFDE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69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A12F-29FC-45BC-AF70-3BE39730B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A331A-3F79-1071-F916-2894DFC16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3CFB-03BD-AD6E-8E67-C0BB8B83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F922-8A04-4CA3-BE3B-F59080FDC44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6733A-7D1C-D6C0-4925-57807E71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5C02A-25F8-5243-811C-E667AE2E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4FBE-9F14-4BD2-867F-B422EFDE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9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5FD4-12F1-15F8-03EB-186ADEF1E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35065-C306-CDAF-EA8D-8259C3EA4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A68A9-1563-2436-B581-AF327EE5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F922-8A04-4CA3-BE3B-F59080FDC44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A47A-1274-4CD5-5021-FA403DC1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BB09F-3826-82BC-C1C9-AA76FF57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4FBE-9F14-4BD2-867F-B422EFDE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21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7CC6-4208-196A-AAFA-BADFE0208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0430B-A1E9-3E0A-C337-005F562E5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7E7DE7-8CC9-1556-765B-3E6F9CF50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740E3-6BBD-D4CC-BAF3-59B3055EF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F922-8A04-4CA3-BE3B-F59080FDC44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52578-F5F5-12D3-F416-512B530B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0D41F-21AE-3E5C-E1C5-D48ED7DB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4FBE-9F14-4BD2-867F-B422EFDE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71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BBC3-2E1A-8DFC-FACC-2DB8F8588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89CD8-BE34-B89B-6475-E4ACCAAF8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A98E8-F277-2964-D2A8-9ACF664D1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D36FAC-F93E-29FE-02A4-0B17F2878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F72D5F-EB09-85BC-6239-84EB74AE4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468B8-7B29-3CBE-2734-2DC126C3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F922-8A04-4CA3-BE3B-F59080FDC44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128C5-EEFF-12A7-9988-B98F71E35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B1A07B-4555-7328-0B84-599441D5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4FBE-9F14-4BD2-867F-B422EFDE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7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6978-FAB9-B108-7583-F59E3D64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EDF5F6-FE07-A102-C15F-709A412B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F922-8A04-4CA3-BE3B-F59080FDC44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A2C04-93C7-3368-6036-2D45CDDD8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FCAE70-D739-67C2-7038-C13C7A247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4FBE-9F14-4BD2-867F-B422EFDE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20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84BCAD-E963-2CC5-A1A3-1A0D6F83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F922-8A04-4CA3-BE3B-F59080FDC44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0592A-4298-99E5-CA5C-F6A14A4C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AFDCF-4090-153F-74B7-42E67F8C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4FBE-9F14-4BD2-867F-B422EFDE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8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BAD6B-B5CF-84A1-8A6B-152AEEE08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AB1F3-28DF-BD5A-3B31-7B240FC82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B8147-A559-A385-4A59-990B0FC7E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D8F39-D82A-10D1-90ED-D8DF4758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F922-8A04-4CA3-BE3B-F59080FDC44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762B8-D512-035F-0081-BA928BAB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50CBF-4845-9182-3F93-85F17977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4FBE-9F14-4BD2-867F-B422EFDE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3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4E7A-28B4-E17B-5F1A-92C2466D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6FCF02-26CC-F8C6-A350-6A47F7873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1ABAE-45A1-52BE-7B9F-30016E86F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B447A-7062-6818-A676-888CD77CA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F922-8A04-4CA3-BE3B-F59080FDC44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6C79A-102E-E7C7-C705-4B649B2E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65E5F-CDEF-E102-E988-911454DD9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4FBE-9F14-4BD2-867F-B422EFDE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1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4CC0-DA3A-C297-DD3E-9E5A1314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0B5CA4-F06D-47F5-E4AA-0A3A1E871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18C18-B2C8-6EAA-63CB-2C87CB548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F922-8A04-4CA3-BE3B-F59080FDC44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4DB72-9560-DC67-86A6-68D5B588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E3B29-09BD-1823-646A-E31D98B9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4FBE-9F14-4BD2-867F-B422EFDE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37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F5FF88-432C-9169-C630-1CD3E0347D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DABD6-9400-6A4E-F7EB-B7355CDC6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095BD-78B7-A006-C492-E8A87E1D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F922-8A04-4CA3-BE3B-F59080FDC44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B3FD9-B281-2FE0-30BE-783C8621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FDAFC-B748-5678-C256-BF37C9627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D4FBE-9F14-4BD2-867F-B422EFDE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8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50273-3B6C-29BA-13FB-518B6211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C8F41-D2F9-36E6-8913-83FBCA53E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A30DF-A1F3-E307-E093-EA62AC773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1F922-8A04-4CA3-BE3B-F59080FDC44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AEF8F-090B-E856-B294-46EDA20EC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E9CA6-E97B-530E-B9E9-5A5197DEE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D4FBE-9F14-4BD2-867F-B422EFDE1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75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E540-F2FA-3F65-A43C-22C3079A1A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Multi Agent – Bug Triage System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4703C3-FB7C-2EAC-E404-2B6C7F6B3E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037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Set Up Development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Prerequisites (install before starting):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Python 3.10+ — core runtime for all agents and tools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Node.js — required for pptxgenjs and other JS tooling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Git — version control and GitHub integration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Visual Studio Code — code editor with Python extension</a:t>
            </a:r>
          </a:p>
          <a:p>
            <a:r>
              <a:rPr lang="en-US" sz="1800" b="1" dirty="0"/>
              <a:t>Python packages (pip install):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langgraph, langchain-openai, openai, chromadb, flask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pandas, openpyxl, requests, google-auth, googleapiclient, python-dotenv</a:t>
            </a:r>
          </a:p>
          <a:p>
            <a:r>
              <a:rPr lang="en-US" sz="1800" b="1" dirty="0"/>
              <a:t>Project setup: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Choose LangGraph as the agent orchestration framework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Create .env file with API keys; activate .venv virtual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Set Up External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900" b="1" dirty="0"/>
              <a:t>GitHub — The Bug Database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Create a repository; add issues in the Issues tab (these are searched by the Detective agent)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Generate a Personal Access Token → set GITHUB_TOKEN and GITHUB_REPO in .env</a:t>
            </a:r>
          </a:p>
          <a:p>
            <a:r>
              <a:rPr lang="en-US" sz="1800" b="1" dirty="0"/>
              <a:t>Google Sheets — The Pattern Database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Enable Google Sheets API; create a service account; download credentials JSON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Set GOOGLE_SHEET_ID and GOOGLE_SHEETS_CREDENTIALS in .env; share sheet with service account email</a:t>
            </a:r>
          </a:p>
          <a:p>
            <a:r>
              <a:rPr lang="en-US" sz="1800" b="1" dirty="0"/>
              <a:t>ServiceNow — The Ticket System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Register for a free Personal Developer Instance at developer.servicenow.com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Set SERVICENOW_INSTANCE, SERVICENOW_USERNAME, SERVICENOW_PASSWORD in .env</a:t>
            </a:r>
          </a:p>
          <a:p>
            <a:r>
              <a:rPr lang="en-US" sz="1900" b="1" dirty="0"/>
              <a:t>Azure OpenAI — The Intelligence Layer</a:t>
            </a:r>
          </a:p>
          <a:p>
            <a:pPr marL="457200" indent="-457200">
              <a:buFont typeface="Arial"/>
              <a:buChar char="•"/>
            </a:pPr>
            <a:r>
              <a:rPr lang="en-US" sz="1900" dirty="0"/>
              <a:t>Set OPENAI_API_KEY, OPENAI_API_BASE, OPENAI_DEPLOYMENT, EMBEDDING_DEPLOYMENT, OPENAI_API_VERSION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Build Agent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github_tool.py — GitHub Search Tool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search_github_issues(query, labels) — calls GitHub REST API /search/issues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Returns top 5 matching open issues with title, body snippet, labels, and URL</a:t>
            </a:r>
          </a:p>
          <a:p>
            <a:r>
              <a:rPr lang="en-US" sz="1800" b="1" dirty="0"/>
              <a:t>sheets_tool.py — Google Sheets Pattern Detection Tool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search_past_incidents(symptoms, days_back) — scans Sheet for keyword matches in last N days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Flags pattern_detected=True when 3 or more matching incidents found; triggers P1 escalation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log_incident(date, reporter, symptoms, resolution, ticket_id) — appends one row after ticket creation</a:t>
            </a:r>
          </a:p>
          <a:p>
            <a:r>
              <a:rPr lang="en-US" sz="1800" b="1" dirty="0"/>
              <a:t>servicenow_tool.py — ServiceNow Ticket Tool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create_incident() — POST to /api/now/table/incident; returns</a:t>
            </a:r>
            <a:r>
              <a:rPr lang="en-US" sz="2100" dirty="0"/>
              <a:t> </a:t>
            </a:r>
            <a:r>
              <a:rPr lang="en-US" sz="1800" dirty="0"/>
              <a:t>incident_number + incident_url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search_incidents() — checks for existing tickets before creating new ones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update_incident() — PATCH existing ticket with new work notes and escalated priority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Build the Multi-Agent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state.py — BugTriageState (shared memory across all agents)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15-field TypedDict: user_message, priority, github_matches, incident_number, incident_url, action_taken, etc.</a:t>
            </a:r>
          </a:p>
          <a:p>
            <a:r>
              <a:rPr lang="en-US" sz="1800" b="1" dirty="0"/>
              <a:t>detective.py — Agent 1: GitHub Issue Search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Uses LLM to extract keywords from bug report → calls search_github_issues()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Sets github_matches, needs_user_clarification, selected_issue in state</a:t>
            </a:r>
          </a:p>
          <a:p>
            <a:r>
              <a:rPr lang="en-US" sz="1800" b="1" dirty="0"/>
              <a:t>brain.py — Agent 2: Priority Analysis + Pattern Detection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Calls search_past_incidents() on Google Sheets → feeds results to LLM for P1–P4 classification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Auto-escalates to P1 if 2+ unresolved similar incidents in past 7 days</a:t>
            </a:r>
          </a:p>
          <a:p>
            <a:r>
              <a:rPr lang="en-US" sz="1800" b="1" dirty="0"/>
              <a:t>fixer.py — Agent 3: Ticket Creation / Update + Triple Write-Back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Searches ServiceNow first; creates new or updates existing incident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After creation: logs to Google Sheets + adds to ChromaDB RAG + appends to Excel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4142"/>
          </a:xfrm>
        </p:spPr>
        <p:txBody>
          <a:bodyPr/>
          <a:lstStyle/>
          <a:p>
            <a:r>
              <a:rPr lang="en-US" dirty="0"/>
              <a:t>Phase 5: Add the RAG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933" y="1329268"/>
            <a:ext cx="10515600" cy="5163606"/>
          </a:xfrm>
        </p:spPr>
        <p:txBody>
          <a:bodyPr>
            <a:noAutofit/>
          </a:bodyPr>
          <a:lstStyle/>
          <a:p>
            <a:r>
              <a:rPr lang="en-US" sz="1800" b="1" dirty="0"/>
              <a:t>What is RAG in this system?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Retrieval-Augmented Generation: embed bug descriptions and search by semantic similarity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Two sources: GitHub issues + Excel past incident log — both indexed in ChromaDB</a:t>
            </a:r>
          </a:p>
          <a:p>
            <a:r>
              <a:rPr lang="en-US" sz="1800" b="1" dirty="0"/>
              <a:t>rag_store.py — The Vector Store Module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_embed(text) — calls Azure OpenAI text-embedding-ada-002 to generate vector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add_issue(id, text, metadata) — upserts embedding + metadata into ChromaDB collection “bug_issues”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search_similar(text, top_k=3) — cosine similarity query; returns hits with score = 1 - distance</a:t>
            </a:r>
          </a:p>
          <a:p>
            <a:r>
              <a:rPr lang="en-US" sz="1800" b="1" dirty="0"/>
              <a:t>RAG check node in workflow.py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Runs after Brain agent; if cosine distance &lt; 0.3 → flags duplicate; skips ticket creation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After new ticket creation: fixer calls add_issue() so future bugs find it — self-improving knowledge base</a:t>
            </a:r>
          </a:p>
          <a:p>
            <a:r>
              <a:rPr lang="en-US" sz="1800" b="1" dirty="0"/>
              <a:t>excel_logger.py — Local Excel Log (also RAG source)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log_to_excel() appends: Incident Number, User Message, Priority, Incident URL to Past Incidents Log.xlsx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6: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LangGraph Workflow (workflow.py) — 5-Node State Machine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Node 1: Detective → Node 2: Brain → Node 3: RAG Check → Node 4: Fixer → Node 5: format_response → END</a:t>
            </a:r>
          </a:p>
          <a:p>
            <a:r>
              <a:rPr lang="en-US" sz="1800" b="1" dirty="0"/>
              <a:t>Conditional Edges (3 branching paths):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Detective → format_response: if needs_user_clarification (multiple GitHub matches)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Brain → Detective (loop): if refined_search_needed with a new search query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RAG Check → format_response: if action_taken = duplicate_found (skip ticket creation)</a:t>
            </a:r>
          </a:p>
          <a:p>
            <a:r>
              <a:rPr lang="en-US" sz="1800" b="1" dirty="0"/>
              <a:t>Entry point — app.py (Flask)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POST /triage → in-memory MD5 dedup cache → triage_bug() in main.py → workflow.invoke()</a:t>
            </a:r>
          </a:p>
          <a:p>
            <a:r>
              <a:rPr lang="en-US" sz="1800" b="1" dirty="0"/>
              <a:t>Dual RAG sources for future lookups: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GitHub issues (searched by Detective) + Excel log (indexed in ChromaDB by Fixer) — both used for next 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B06F0D-7FEB-A809-FCA0-0A1D50483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722" y="258805"/>
            <a:ext cx="8024555" cy="634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41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26A1-9981-56EA-0DD8-9E5D8C3B6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 deep dive: Request Lifecycle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A1E8B-097A-B0C1-5ECB-5170C9609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Step 1 — User submits bug via Web UI (app.py)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Flask chat interface; message POST to /triage; MD5 </a:t>
            </a:r>
            <a:r>
              <a:rPr lang="en-US" dirty="0" err="1"/>
              <a:t>dedup</a:t>
            </a:r>
            <a:r>
              <a:rPr lang="en-US" dirty="0"/>
              <a:t> cache checked first</a:t>
            </a:r>
          </a:p>
          <a:p>
            <a:r>
              <a:rPr lang="en-US" b="1" dirty="0"/>
              <a:t>Step 2 — Detective agent searches GitHub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LLM extracts technical keywords → GitHub REST search → if &gt;1 match: asks user to clarify</a:t>
            </a:r>
          </a:p>
          <a:p>
            <a:r>
              <a:rPr lang="en-US" b="1" dirty="0"/>
              <a:t>Step 3 — Brain agent classifies priority + detects patterns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Reads Google Sheets for past 7 days → LLM assigns P1–P4 → may loop Detective for refined search</a:t>
            </a:r>
          </a:p>
          <a:p>
            <a:r>
              <a:rPr lang="en-US" b="1" dirty="0"/>
              <a:t>Step 4 — RAG check for semantic duplicates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Bug embedded → </a:t>
            </a:r>
            <a:r>
              <a:rPr lang="en-US" dirty="0" err="1"/>
              <a:t>ChromaDB</a:t>
            </a:r>
            <a:r>
              <a:rPr lang="en-US" dirty="0"/>
              <a:t> cosine query → if distance &lt; 0.3: return existing ticket, no new creation</a:t>
            </a:r>
          </a:p>
          <a:p>
            <a:r>
              <a:rPr lang="en-US" b="1" dirty="0"/>
              <a:t>Step 5 — Fixer creates or updates ServiceNow ticket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New incident → triple write: Google Sheets log + </a:t>
            </a:r>
            <a:r>
              <a:rPr lang="en-US" dirty="0" err="1"/>
              <a:t>ChromaDB</a:t>
            </a:r>
            <a:r>
              <a:rPr lang="en-US" dirty="0"/>
              <a:t> </a:t>
            </a:r>
            <a:r>
              <a:rPr lang="en-US" dirty="0" err="1"/>
              <a:t>upsert</a:t>
            </a:r>
            <a:r>
              <a:rPr lang="en-US" dirty="0"/>
              <a:t> + Excel append (all try/caught)</a:t>
            </a:r>
          </a:p>
          <a:p>
            <a:r>
              <a:rPr lang="en-US" b="1" dirty="0"/>
              <a:t>Step 6 — Response formatted and returned to UI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JSON type: created | updated | duplicate | clarification | error → rendered as ticket card in chat UI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7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294F1-BA42-B608-4533-F68873FE4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58889-B750-FDA9-3187-53A6A56ED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What this system achieves: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Fully </a:t>
            </a:r>
            <a:r>
              <a:rPr lang="en-US" dirty="0" err="1"/>
              <a:t>auduplicate</a:t>
            </a:r>
            <a:r>
              <a:rPr lang="en-US" dirty="0"/>
              <a:t> tickets: three-layer </a:t>
            </a:r>
            <a:r>
              <a:rPr lang="en-US" dirty="0" err="1"/>
              <a:t>dedup</a:t>
            </a:r>
            <a:r>
              <a:rPr lang="en-US" dirty="0"/>
              <a:t> — MD5 cache, ServiceNow search, </a:t>
            </a:r>
            <a:r>
              <a:rPr lang="en-US" dirty="0" err="1"/>
              <a:t>ChromaDB</a:t>
            </a:r>
            <a:r>
              <a:rPr lang="en-US" dirty="0"/>
              <a:t> RAG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Intelligent priority: LLM classifies P1–P4; auto-escalates to P1 on recurring patterns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Self-improving: every new incident is added to </a:t>
            </a:r>
            <a:r>
              <a:rPr lang="en-US" dirty="0" err="1"/>
              <a:t>ChromaDB</a:t>
            </a:r>
            <a:r>
              <a:rPr lang="en-US" dirty="0"/>
              <a:t> — future bugs find it via semantic search</a:t>
            </a:r>
          </a:p>
          <a:p>
            <a:r>
              <a:rPr lang="en-US" b="1" dirty="0"/>
              <a:t>Technology stack: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Orchestration: </a:t>
            </a:r>
            <a:r>
              <a:rPr lang="en-US" dirty="0" err="1"/>
              <a:t>LangGraph</a:t>
            </a:r>
            <a:r>
              <a:rPr lang="en-US" dirty="0"/>
              <a:t> (</a:t>
            </a:r>
            <a:r>
              <a:rPr lang="en-US" dirty="0" err="1"/>
              <a:t>StateGraph</a:t>
            </a:r>
            <a:r>
              <a:rPr lang="en-US" dirty="0"/>
              <a:t> with conditional edges)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AI: Azure OpenAI GPT (chat) + text-embedding-ada-002 (embeddings)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Vector DB: </a:t>
            </a:r>
            <a:r>
              <a:rPr lang="en-US" dirty="0" err="1"/>
              <a:t>ChromaDB</a:t>
            </a:r>
            <a:r>
              <a:rPr lang="en-US" dirty="0"/>
              <a:t> (persistent, cosine HNSW); Web: Flask; Storage: Google Sheets + Excel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Integrations: GitHub REST API, ServiceNow Table API, Google Sheets API v4</a:t>
            </a:r>
          </a:p>
          <a:p>
            <a:pPr marL="457200" indent="-457200">
              <a:buFont typeface="Arial"/>
              <a:buChar char="•"/>
            </a:pPr>
            <a:r>
              <a:rPr lang="en-US" dirty="0" err="1"/>
              <a:t>tomated</a:t>
            </a:r>
            <a:r>
              <a:rPr lang="en-US" dirty="0"/>
              <a:t> bug-to-ticket pipeline: user describes issue → ticket created in ServiceNow in seconds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Zero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942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Decisions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Three-Layer Duplicate Prevention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Layer 1: MD5 cache in app.py (same session, exact match)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Layer 2: ServiceNow text search (same short description, exact)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Layer 3: ChromaDB cosine similarity (semantically similar, cross-session)</a:t>
            </a:r>
          </a:p>
          <a:p>
            <a:r>
              <a:rPr lang="en-US" b="1" dirty="0"/>
              <a:t>Resilience &amp; Fault Tolerance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Every tool call is wrapped in try/except — one failing write (Sheets/Excel/RAG) never blocks the ticket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LLM parse failures fall back to sensible defaults (P3 priority, keyword extraction)</a:t>
            </a:r>
          </a:p>
          <a:p>
            <a:r>
              <a:rPr lang="en-US" b="1" dirty="0"/>
              <a:t>Scalability Path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Replace _triage_cache dict with Redis for cross-restart persistence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Add Slack/Teams webhook support via existing /webhook endpoint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ChromaDB can be replaced with Pinecone or Weaviate for production vector storage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5DB21E-6455-281D-DF58-024A15872E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BAAFB5F-E72A-7290-E634-FAC492BE7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5067" y="6197600"/>
            <a:ext cx="2556933" cy="660400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Ritika Rani</a:t>
            </a:r>
          </a:p>
          <a:p>
            <a:r>
              <a:rPr lang="en-IN" dirty="0"/>
              <a:t>A537510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778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1414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Multi Agent – Bug Triage System</vt:lpstr>
      <vt:lpstr>Phase 1: Set Up Development Environment</vt:lpstr>
      <vt:lpstr>Phase 2: Set Up External Services</vt:lpstr>
      <vt:lpstr>Phase 3: Build Agent Tools</vt:lpstr>
      <vt:lpstr>Phase 4: Build the Multi-Agent System</vt:lpstr>
      <vt:lpstr>Phase 5: Add the RAG Layer</vt:lpstr>
      <vt:lpstr>Phase 6: System Architecture</vt:lpstr>
      <vt:lpstr>PowerPoint Presentation</vt:lpstr>
      <vt:lpstr>Workflow deep dive: Request Lifecycle</vt:lpstr>
      <vt:lpstr>Summary</vt:lpstr>
      <vt:lpstr>Key Design Decisions &amp; Scalability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Ritika Rani</dc:creator>
  <cp:lastModifiedBy>Ritika Rani</cp:lastModifiedBy>
  <cp:revision>2</cp:revision>
  <dcterms:created xsi:type="dcterms:W3CDTF">2026-04-14T06:06:05Z</dcterms:created>
  <dcterms:modified xsi:type="dcterms:W3CDTF">2026-04-17T09:48:58Z</dcterms:modified>
</cp:coreProperties>
</file>